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Preprocessing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raw, messy records into clean, model-ready numbers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863840" y="384048"/>
            <a:ext cx="3867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
</a:t>
            </a:r>
            <a:pPr algn="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missing  •  0 duplicates  •  50k rows intact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97480" cy="713232"/>
          </a:xfrm>
          <a:prstGeom prst="roundRect">
            <a:avLst>
              <a:gd name="adj" fmla="val 11538"/>
            </a:avLst>
          </a:prstGeom>
          <a:solidFill>
            <a:srgbClr val="EAF2F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INPUT
</a:t>
            </a:r>
            <a:pPr algn="ctr"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 × 25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977640" y="1371600"/>
            <a:ext cx="4206240" cy="713232"/>
          </a:xfrm>
          <a:prstGeom prst="roundRect">
            <a:avLst>
              <a:gd name="adj" fmla="val 11538"/>
            </a:avLst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3977640" y="1371600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F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
</a:t>
            </a:r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 →  Encode  →  Scale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034272" y="1371600"/>
            <a:ext cx="2697480" cy="713232"/>
          </a:xfrm>
          <a:prstGeom prst="roundRect">
            <a:avLst>
              <a:gd name="adj" fmla="val 11538"/>
            </a:avLst>
          </a:prstGeom>
          <a:solidFill>
            <a:srgbClr val="0E2A47"/>
          </a:solidFill>
          <a:ln/>
        </p:spPr>
      </p:sp>
      <p:sp>
        <p:nvSpPr>
          <p:cNvPr id="10" name="Text 8"/>
          <p:cNvSpPr/>
          <p:nvPr/>
        </p:nvSpPr>
        <p:spPr>
          <a:xfrm>
            <a:off x="9034272" y="1371600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MODEL-READY
</a:t>
            </a:r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 × 114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154680" y="137160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</a:rPr>
              <a:t>→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183880" y="1371600"/>
            <a:ext cx="8503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</a:rPr>
              <a:t>→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457200" y="2331720"/>
            <a:ext cx="3545129" cy="3246120"/>
          </a:xfrm>
          <a:prstGeom prst="roundRect">
            <a:avLst>
              <a:gd name="adj" fmla="val 2817"/>
            </a:avLst>
          </a:prstGeom>
          <a:solidFill>
            <a:srgbClr val="EAF2F5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2587752"/>
            <a:ext cx="566928" cy="566928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5877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31520" y="3246120"/>
            <a:ext cx="299648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De-leak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31520" y="3703320"/>
            <a:ext cx="301477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2 label columns — text copies of numbers</a:t>
            </a:r>
            <a:endParaRPr lang="en-US" sz="125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mutual_matches — would leak the outcome</a:t>
            </a:r>
            <a:endParaRPr lang="en-US" sz="125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data — no imputation needed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322369" y="2331720"/>
            <a:ext cx="3545129" cy="3246120"/>
          </a:xfrm>
          <a:prstGeom prst="roundRect">
            <a:avLst>
              <a:gd name="adj" fmla="val 2817"/>
            </a:avLst>
          </a:prstGeom>
          <a:solidFill>
            <a:srgbClr val="EAF2F5"/>
          </a:solidFill>
          <a:ln/>
        </p:spPr>
      </p:sp>
      <p:sp>
        <p:nvSpPr>
          <p:cNvPr id="19" name="Shape 17"/>
          <p:cNvSpPr/>
          <p:nvPr/>
        </p:nvSpPr>
        <p:spPr>
          <a:xfrm>
            <a:off x="4596689" y="258775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4596689" y="25877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596689" y="3246120"/>
            <a:ext cx="299648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596689" y="3703320"/>
            <a:ext cx="301477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 → income, education  (ranked order)</a:t>
            </a:r>
            <a:endParaRPr lang="en-US" sz="125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→ gender, zodiac  (no order)</a:t>
            </a:r>
            <a:endParaRPr lang="en-US" sz="125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→ label-encoded 0–9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187538" y="2331720"/>
            <a:ext cx="3545129" cy="3246120"/>
          </a:xfrm>
          <a:prstGeom prst="roundRect">
            <a:avLst>
              <a:gd name="adj" fmla="val 2817"/>
            </a:avLst>
          </a:prstGeom>
          <a:solidFill>
            <a:srgbClr val="EAF2F5"/>
          </a:solidFill>
          <a:ln/>
        </p:spPr>
      </p:sp>
      <p:sp>
        <p:nvSpPr>
          <p:cNvPr id="24" name="Shape 22"/>
          <p:cNvSpPr/>
          <p:nvPr/>
        </p:nvSpPr>
        <p:spPr>
          <a:xfrm>
            <a:off x="8461858" y="2587752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8461858" y="25877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461858" y="3246120"/>
            <a:ext cx="299648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&amp; Scale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461858" y="3703320"/>
            <a:ext cx="301477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stratified split  (10 classes balanced)</a:t>
            </a:r>
            <a:endParaRPr lang="en-US" sz="125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 fit on training set only — no leakage</a:t>
            </a:r>
            <a:endParaRPr lang="en-US" sz="125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0/1 flags left unscaled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596689" y="4663440"/>
            <a:ext cx="2996489" cy="713232"/>
          </a:xfrm>
          <a:prstGeom prst="roundRect">
            <a:avLst>
              <a:gd name="adj" fmla="val 7692"/>
            </a:avLst>
          </a:prstGeom>
          <a:solidFill>
            <a:srgbClr val="DCEAF0"/>
          </a:solidFill>
          <a:ln/>
        </p:spPr>
      </p:sp>
      <p:sp>
        <p:nvSpPr>
          <p:cNvPr id="29" name="Text 27"/>
          <p:cNvSpPr/>
          <p:nvPr/>
        </p:nvSpPr>
        <p:spPr>
          <a:xfrm>
            <a:off x="4733849" y="4663440"/>
            <a:ext cx="272216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interest_tags: "Movies, Reading, DIY"
</a:t>
            </a:r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E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3 binary columns (=1)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5870448"/>
            <a:ext cx="11274552" cy="512064"/>
          </a:xfrm>
          <a:prstGeom prst="roundRect">
            <a:avLst>
              <a:gd name="adj" fmla="val 14286"/>
            </a:avLst>
          </a:prstGeom>
          <a:solidFill>
            <a:srgbClr val="0E2A47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587044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  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columns → 114 clean, numeric features — leakage-safe, exported for the modeling team.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SwipeWise  ·  Group Members: [add names here]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2026-06-07T17:37:11Z</dcterms:created>
  <dcterms:modified xsi:type="dcterms:W3CDTF">2026-06-07T17:37:11Z</dcterms:modified>
</cp:coreProperties>
</file>